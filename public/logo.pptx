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4B14-F28F-3BD2-22C7-796E2A81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0C1D7-D90A-8DE0-6777-604EC0055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4F79-9702-DAC0-CBB8-0E7D9E28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DDBAD-C69E-E28F-772F-85DE27331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71C43-1E42-31DD-A895-1A08ABB5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77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232E-2FE1-6210-FEE4-B058648F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BD9B-1A4B-5C7A-20B9-99BA29B48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D710B-73C9-4843-32E7-9240BBCA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FAF61-F764-EAE1-E037-A608A22B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974C0-131B-BFCA-8262-B03ACC34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806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0F9F-E467-8265-3EEA-1BA7DC00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9E2A4-7F83-0E22-38AA-9B099C148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837B9-0CF3-F7A3-FEA0-046AFB9F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57DC6-138A-4D37-A0D7-724AEDD9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1F324-F92F-C09E-1CD8-532804A7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890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2E4F-0A1E-0559-122F-A1A7249DC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09385-C1DD-8EC2-4099-EFBD5F8E3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6E179-0299-48E0-FE98-9055D78CE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C5F80-36A9-1961-912A-C9072BE1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35F8D-D972-F71E-7876-3EB71FE1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31E0E-F75B-95BD-4F91-3D93B72D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0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5A659-6BA2-8574-F949-A2ADCE8A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F4CE5-9EC9-8790-7501-84EFEC61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69667-DBDD-9DEB-60E6-1E3054170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072A5-0557-B233-C018-401F0C7A0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BD152-F24E-E26C-42D6-FD6B4E7B8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495A3-D024-133E-1D70-BB53CB8B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58FBA-6058-850F-2404-FE9D2F73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10AF7E-16DF-8279-8D3F-9CEB42FA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83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0C75-72A4-4E20-7C1E-C94E6D40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12FB6-F17F-D48E-0132-C3B2FD9AD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C6436-CA96-0FE0-DEC7-895B6F5F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D43A0-AB6E-C8A7-9F71-366105603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89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D10D0-40F0-FCA6-FBFC-C43806D4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8D984-6C04-0F91-8CA2-45888499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79ACC-7900-0050-D49B-4F414D9AC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52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C7C3-29A1-3A42-3475-AB24CA31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0BDED-4E1D-4DA7-CE3A-C7A8944D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3350B-9671-24C6-F7A9-EB6812776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3BBF4-D695-04E1-84B2-6A7240CB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E469A-2F51-0266-C7B9-349F7968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5AF2-DB61-F6F7-9514-3CBC4AB1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3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5038-4983-7C11-34EE-83068F7A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D1A35-2B89-F1AF-4FA5-6CC04FE46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F478C-0A3E-74F4-2482-505F7F966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4BF29-9924-6C1F-D08E-05996761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FED87-BAC6-D200-DACC-0CE55F5D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5D776-1A8F-0960-E07F-EFF0960B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19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1D62-4FAA-11F9-AC59-4C296CD4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8C5A3-5075-3917-5AFF-5D08EA11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EB9FE-3B84-EBDD-9D65-1D427A7A1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7A46A-880E-231E-2D39-C003A9DC9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A4300-FE0F-8CA3-BAE4-4149412E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56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79AC9-2039-9D90-2CFD-6CC2EB819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7B5BF-1FEE-C533-4FA5-9EA753479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4FF2-23B2-24CD-7F34-6988E4EE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B029-67E0-A092-6B5F-1FD1B43B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24288-E562-9A31-5B01-15403E66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46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BF699F-DEAD-4122-7050-32AD2E4C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E9861-A263-EB7C-F9AC-A7065963A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AED3F-3D21-9323-C454-31D207E69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03D16-D92F-4D20-ADDB-B802A8EA9F4A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27A29-49F0-66A6-CF43-1D337FE7B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B8564-501F-79FA-239B-193C109D4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F6712-CECA-430A-A6D1-221DD8FD9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94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16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44025-414B-BD07-76FE-9BE7513F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DF31F31-B8F2-52C0-9888-531E55E7C9CF}"/>
              </a:ext>
            </a:extLst>
          </p:cNvPr>
          <p:cNvGrpSpPr/>
          <p:nvPr/>
        </p:nvGrpSpPr>
        <p:grpSpPr>
          <a:xfrm>
            <a:off x="3276600" y="1098556"/>
            <a:ext cx="4660888" cy="4660888"/>
            <a:chOff x="1587500" y="749300"/>
            <a:chExt cx="4660888" cy="466088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35168D3-C7FB-F8B7-52C5-1E87B4B0EAB3}"/>
                </a:ext>
              </a:extLst>
            </p:cNvPr>
            <p:cNvGrpSpPr/>
            <p:nvPr/>
          </p:nvGrpSpPr>
          <p:grpSpPr>
            <a:xfrm>
              <a:off x="1908436" y="1447812"/>
              <a:ext cx="4339952" cy="3632460"/>
              <a:chOff x="2876536" y="1000693"/>
              <a:chExt cx="2049110" cy="1715067"/>
            </a:xfrm>
          </p:grpSpPr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6426B199-D26B-6181-2FB9-9436A8195EBF}"/>
                  </a:ext>
                </a:extLst>
              </p:cNvPr>
              <p:cNvSpPr/>
              <p:nvPr/>
            </p:nvSpPr>
            <p:spPr>
              <a:xfrm flipV="1">
                <a:off x="2876536" y="1014983"/>
                <a:ext cx="1972902" cy="1700777"/>
              </a:xfrm>
              <a:prstGeom prst="triangle">
                <a:avLst>
                  <a:gd name="adj" fmla="val 50000"/>
                </a:avLst>
              </a:prstGeom>
              <a:noFill/>
              <a:ln w="1619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26DF536-9427-DB2D-816B-5BECA77266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3184" y="1014989"/>
                <a:ext cx="1612462" cy="1"/>
              </a:xfrm>
              <a:prstGeom prst="line">
                <a:avLst/>
              </a:prstGeom>
              <a:ln w="161925">
                <a:solidFill>
                  <a:srgbClr val="FAB16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C301A37-CC57-E4EE-27A7-C199FE4DDE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6666" y="1000693"/>
                <a:ext cx="796010" cy="1343542"/>
              </a:xfrm>
              <a:prstGeom prst="line">
                <a:avLst/>
              </a:prstGeom>
              <a:ln w="161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BEEA6D-75EF-14DF-94E9-867CC4D32051}"/>
                </a:ext>
              </a:extLst>
            </p:cNvPr>
            <p:cNvSpPr/>
            <p:nvPr/>
          </p:nvSpPr>
          <p:spPr>
            <a:xfrm>
              <a:off x="1587500" y="749300"/>
              <a:ext cx="4660888" cy="4660888"/>
            </a:xfrm>
            <a:prstGeom prst="rect">
              <a:avLst/>
            </a:prstGeom>
            <a:noFill/>
            <a:ln w="171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60F7FBC-3D38-BA76-0E37-E1A20FC336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800" y="1478078"/>
              <a:ext cx="1882775" cy="318679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883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Saheli Mondal</dc:creator>
  <cp:lastModifiedBy>Saheli Mondal</cp:lastModifiedBy>
  <cp:revision>5</cp:revision>
  <dcterms:created xsi:type="dcterms:W3CDTF">2025-04-25T08:14:06Z</dcterms:created>
  <dcterms:modified xsi:type="dcterms:W3CDTF">2025-04-25T11:53:39Z</dcterms:modified>
</cp:coreProperties>
</file>